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7E78A2-E98A-A8D1-D1CD-7CAD40DBA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744790-C084-BBC9-48B9-0D5B9D163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1BE1EF-63A2-CC27-5284-AA5EC934C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105058F-CD85-5625-53CE-99779F24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1B1E9B-4F34-DA51-AC57-3C1CF8FF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5199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5FD621-31CA-CF88-379C-5E98E7B8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2C597D-BD7D-1B31-45C6-719DD48C6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209D9C-3F4C-8EF2-1831-2265488E2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D902C9-CB81-9071-22BC-10AE583F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A02545-436F-E066-7FB8-492BE7E5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3567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26F475-63EA-03BD-5D4D-366CE58DD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EF2F6C1-0FA8-2BBC-2F9B-56672E132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9613C4-8538-8F54-531C-2B0DE59E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4A9F21-667E-ECCA-FCEA-D0F468B0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38A207-AEC6-8253-8236-E70561F6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523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5A3372-4298-9647-97B1-73526112F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16CC95-9C39-9D29-A202-F8221D81A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DB070C-A827-D670-F085-122ED755F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AB89FA-4BE5-C513-268B-615193BC8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DB6201-E012-2B8D-5EC8-0F136DE7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54EF51-1EB0-6F83-BBD7-83B3E187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5029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ABACCE-FD24-5901-2BCD-796E7AF4D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307CC7-14C9-FE9A-B579-A93C17EB8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0472854-A7AA-590D-FB2D-751136346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D6133E6-17F2-361A-6E89-B3BB84C0D5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07BFB59-AC80-1486-7412-8C49877C2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4C2C347-ACD2-3664-676E-BAB4722E7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CAFF396-EEC3-BCFB-CBD6-5D4B9A887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820227D-DAB9-9AAA-9E4B-67DC3526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1735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BDA9E2-3387-B106-C6F9-586C7537F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7CBFA35-6C37-661C-B18A-59D429D8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1593C3A-6322-6F70-D2B3-0E76BFE3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6FD2E3-DC34-D811-B447-535B8501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0987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142EF00-E310-A813-DF44-0DBE1BEF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E5C2B5-134C-3F07-2810-F1A5D7B83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BBA765-29B5-914D-632A-5EB61676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7587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FA47B4-8664-40B3-1F37-0D887C39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FF872F-8625-CD9E-6C46-3A71B1E17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41A8363-0ADD-2EF4-845A-B9C8AD43A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BA2207-01A1-5994-9E62-80A5023B2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941999F-EF6B-BC38-9983-63A43AF0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8EE4B9-FDCE-1AEE-F1CF-AB03684C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4574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D7B798-224B-072F-B436-B1C94185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DF16D3A-53F6-CDF8-9CA9-6DB97AAC2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46ABDE-536B-970A-C2C6-508349511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1D24B6-EB8A-DEAC-32FF-070EAA0B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5BAD804-C0BC-D3A5-8126-82DE56851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80A4CC-F46B-81BD-18F1-151907A19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4739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06A5F1-7E16-1009-E764-86397B7F9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07BF00-B98A-F182-9025-5DCD0065E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A85C3B-3FF7-5706-F3C8-311B8C81C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347B10-8726-65DA-11F2-6E9C8ACD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B6DDA8-AF04-ACE8-4F1F-EC6B1774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795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875D5F8-C68C-5A84-C2DD-CE451A331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15087D3-6DD0-20E5-2979-232370F87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5FFFCE-2094-F634-428E-C211A6E3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215E0A-4897-DEAE-4A63-D9E15E24C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FA82D5-642B-99DE-703B-B8560F28C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554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9474898-7D20-D361-3963-4A73DC028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BB198D3-552F-09D9-4812-76E557DD4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C2B74C-6E81-9FB2-1104-B6D8FA8CD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BAC95-A3A4-434C-BB3D-47FC3650CA29}" type="datetimeFigureOut">
              <a:rPr lang="zh-TW" altLang="en-US" smtClean="0"/>
              <a:t>2026/7/20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03265A-BF77-6412-5062-F67BB2387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49361B-F17A-B5B7-0D6C-8984B402C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DBDFA0-213B-4B20-BE65-BB1456761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96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A4A2BC0-921C-CDF8-3828-4D9E6375B078}"/>
              </a:ext>
            </a:extLst>
          </p:cNvPr>
          <p:cNvSpPr txBox="1"/>
          <p:nvPr/>
        </p:nvSpPr>
        <p:spPr>
          <a:xfrm>
            <a:off x="762000" y="444500"/>
            <a:ext cx="10668000" cy="6309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3500" b="1">
                <a:latin typeface="Arial" panose="020B0604020202020204" pitchFamily="34" charset="0"/>
              </a:rPr>
              <a:t>Prediction Error Metric</a:t>
            </a:r>
            <a:endParaRPr lang="zh-TW" altLang="en-US" sz="3500" b="1">
              <a:latin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3586CD2-01DB-4EAB-4092-DC354577F79E}"/>
              </a:ext>
            </a:extLst>
          </p:cNvPr>
          <p:cNvSpPr txBox="1"/>
          <p:nvPr/>
        </p:nvSpPr>
        <p:spPr>
          <a:xfrm>
            <a:off x="1143000" y="1587500"/>
            <a:ext cx="9906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2200">
                <a:latin typeface="Arial" panose="020B0604020202020204" pitchFamily="34" charset="0"/>
              </a:rPr>
              <a:t>The root-mean-square error is defined as follows:</a:t>
            </a:r>
            <a:endParaRPr lang="zh-TW" altLang="en-US" sz="2200">
              <a:latin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0B36CA1-D2E9-3E6B-FBBB-ED431EB67FDE}"/>
              </a:ext>
            </a:extLst>
          </p:cNvPr>
          <p:cNvSpPr txBox="1"/>
          <p:nvPr/>
        </p:nvSpPr>
        <p:spPr>
          <a:xfrm>
            <a:off x="2286000" y="2921000"/>
            <a:ext cx="762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TW" sz="2800">
                <a:latin typeface="Arial" panose="020B0604020202020204" pitchFamily="34" charset="0"/>
              </a:rPr>
              <a:t>{{MATH:root_mean_square_error}}</a:t>
            </a:r>
            <a:endParaRPr lang="zh-TW" altLang="en-US" sz="2800">
              <a:latin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B646060-5368-DCC3-73A9-E5A04D48C116}"/>
              </a:ext>
            </a:extLst>
          </p:cNvPr>
          <p:cNvSpPr txBox="1"/>
          <p:nvPr/>
        </p:nvSpPr>
        <p:spPr>
          <a:xfrm>
            <a:off x="1143000" y="4254500"/>
            <a:ext cx="990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>
                <a:latin typeface="Arial" panose="020B0604020202020204" pitchFamily="34" charset="0"/>
              </a:rPr>
              <a:t>where RMSE is the root-mean-square error in the observation unit, N is the dimensionless sample count, i is the sample index, y_i is the observed value, and ŷ_i is the predicted value.</a:t>
            </a:r>
            <a:endParaRPr lang="zh-TW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901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自訂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Jia-Ming</dc:creator>
  <cp:lastModifiedBy>Jia-Ming</cp:lastModifiedBy>
  <cp:revision>1</cp:revision>
  <dcterms:created xsi:type="dcterms:W3CDTF">2026-07-20T07:12:50Z</dcterms:created>
  <dcterms:modified xsi:type="dcterms:W3CDTF">2026-07-20T07:12:50Z</dcterms:modified>
</cp:coreProperties>
</file>